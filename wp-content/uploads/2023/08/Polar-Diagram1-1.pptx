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00000"/>
    <a:srgbClr val="F21D41"/>
    <a:srgbClr val="FFA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vanshika_hivepro\Downloads\Polar_Graph_Template_V1.0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.13365298449741828"/>
          <c:w val="0.99029864660152156"/>
          <c:h val="0.76788731121724541"/>
        </c:manualLayout>
      </c:layout>
      <c:doughnutChart>
        <c:varyColors val="1"/>
        <c:ser>
          <c:idx val="0"/>
          <c:order val="0"/>
          <c:spPr>
            <a:noFill/>
            <a:ln>
              <a:solidFill>
                <a:schemeClr val="bg1">
                  <a:lumMod val="65000"/>
                </a:schemeClr>
              </a:solidFill>
            </a:ln>
          </c:spPr>
          <c:dPt>
            <c:idx val="0"/>
            <c:bubble3D val="0"/>
            <c:spPr>
              <a:noFill/>
              <a:ln>
                <a:solidFill>
                  <a:schemeClr val="bg1">
                    <a:lumMod val="6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7E2E-4090-B4C5-1D1C26E2ED88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7E2E-4090-B4C5-1D1C26E2ED88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3-7E2E-4090-B4C5-1D1C26E2ED88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4-7E2E-4090-B4C5-1D1C26E2ED88}"/>
              </c:ext>
            </c:extLst>
          </c:dPt>
          <c:dPt>
            <c:idx val="4"/>
            <c:bubble3D val="0"/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6-7E2E-4090-B4C5-1D1C26E2ED88}"/>
              </c:ext>
            </c:extLst>
          </c:dPt>
          <c:val>
            <c:numRef>
              <c:f>'Blank Graph'!$C$3:$C$7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E2E-4090-B4C5-1D1C26E2ED88}"/>
            </c:ext>
          </c:extLst>
        </c:ser>
        <c:ser>
          <c:idx val="4"/>
          <c:order val="1"/>
          <c:spPr>
            <a:solidFill>
              <a:srgbClr val="E74C3C"/>
            </a:solidFill>
            <a:ln>
              <a:solidFill>
                <a:schemeClr val="bg1">
                  <a:lumMod val="50000"/>
                </a:schemeClr>
              </a:solidFill>
            </a:ln>
          </c:spPr>
          <c:dPt>
            <c:idx val="0"/>
            <c:bubble3D val="0"/>
            <c:spPr>
              <a:noFill/>
              <a:ln>
                <a:solidFill>
                  <a:schemeClr val="bg1">
                    <a:lumMod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4-7E2E-4090-B4C5-1D1C26E2ED88}"/>
              </c:ext>
            </c:extLst>
          </c:dPt>
          <c:dPt>
            <c:idx val="1"/>
            <c:bubble3D val="0"/>
            <c:spPr>
              <a:noFill/>
              <a:ln>
                <a:solidFill>
                  <a:schemeClr val="bg1">
                    <a:lumMod val="6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6-7E2E-4090-B4C5-1D1C26E2ED88}"/>
              </c:ext>
            </c:extLst>
          </c:dPt>
          <c:dPt>
            <c:idx val="2"/>
            <c:bubble3D val="0"/>
            <c:spPr>
              <a:noFill/>
              <a:ln>
                <a:solidFill>
                  <a:schemeClr val="bg1">
                    <a:lumMod val="6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8-7E2E-4090-B4C5-1D1C26E2ED88}"/>
              </c:ext>
            </c:extLst>
          </c:dPt>
          <c:dPt>
            <c:idx val="3"/>
            <c:bubble3D val="0"/>
            <c:spPr>
              <a:noFill/>
              <a:ln>
                <a:solidFill>
                  <a:schemeClr val="bg1">
                    <a:lumMod val="6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A-7E2E-4090-B4C5-1D1C26E2ED88}"/>
              </c:ext>
            </c:extLst>
          </c:dPt>
          <c:dPt>
            <c:idx val="4"/>
            <c:bubble3D val="0"/>
            <c:spPr>
              <a:noFill/>
              <a:ln>
                <a:solidFill>
                  <a:schemeClr val="bg1">
                    <a:lumMod val="6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C-7E2E-4090-B4C5-1D1C26E2ED88}"/>
              </c:ext>
            </c:extLst>
          </c:dPt>
          <c:val>
            <c:numRef>
              <c:f>'Blank Graph'!$K$3:$K$7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7E2E-4090-B4C5-1D1C26E2ED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10"/>
      </c:doughnutChart>
      <c:scatterChart>
        <c:scatterStyle val="smoothMarker"/>
        <c:varyColors val="0"/>
        <c:ser>
          <c:idx val="9"/>
          <c:order val="2"/>
          <c:tx>
            <c:strRef>
              <c:f>'Blank Graph'!$G$28</c:f>
              <c:strCache>
                <c:ptCount val="1"/>
              </c:strCache>
            </c:strRef>
          </c:tx>
          <c:spPr>
            <a:ln>
              <a:solidFill>
                <a:srgbClr val="0000FF"/>
              </a:solidFill>
            </a:ln>
          </c:spPr>
          <c:marker>
            <c:spPr>
              <a:ln>
                <a:solidFill>
                  <a:srgbClr val="0000FF"/>
                </a:solidFill>
              </a:ln>
            </c:spPr>
          </c:marker>
          <c:xVal>
            <c:numRef>
              <c:f>'Blank Graph'!$E$29:$E$41</c:f>
              <c:numCache>
                <c:formatCode>General</c:formatCode>
                <c:ptCount val="13"/>
              </c:numCache>
            </c:numRef>
          </c:xVal>
          <c:yVal>
            <c:numRef>
              <c:f>'Blank Graph'!$G$29:$G$41</c:f>
              <c:numCache>
                <c:formatCode>General</c:formatCode>
                <c:ptCount val="13"/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E-7E2E-4090-B4C5-1D1C26E2ED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6178040"/>
        <c:axId val="566180000"/>
      </c:scatterChart>
      <c:valAx>
        <c:axId val="5661800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566178040"/>
        <c:crosses val="autoZero"/>
        <c:crossBetween val="midCat"/>
      </c:valAx>
      <c:valAx>
        <c:axId val="5661780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566180000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21/08/2023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37659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21/08/2023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2635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21/08/2023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08750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21/08/2023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30951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21/08/2023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9187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21/08/2023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8939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21/08/2023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97449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21/08/2023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82496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21/08/2023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9358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21/08/2023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24158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21/08/2023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1305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E1E8D-48AE-4240-8F5A-B72EC7FDDDC3}" type="datetimeFigureOut">
              <a:rPr lang="en-AE" smtClean="0"/>
              <a:t>21/08/2023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3145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712311-A184-8640-4EB5-E1E92B830C97}"/>
              </a:ext>
            </a:extLst>
          </p:cNvPr>
          <p:cNvSpPr txBox="1">
            <a:spLocks/>
          </p:cNvSpPr>
          <p:nvPr/>
        </p:nvSpPr>
        <p:spPr>
          <a:xfrm rot="2190954">
            <a:off x="1589176" y="152847"/>
            <a:ext cx="6558579" cy="6872846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8156477"/>
              </a:avLst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                    Zero-day(</a:t>
            </a:r>
            <a:r>
              <a:rPr lang="en-US" sz="2000" dirty="0">
                <a:solidFill>
                  <a:prstClr val="white"/>
                </a:solidFill>
                <a:latin typeface="Calibri" panose="020F0502020204030204"/>
              </a:rPr>
              <a:t>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                                       Celebrity Vulnerability(0)</a:t>
            </a:r>
            <a:endParaRPr kumimoji="0" lang="en-AE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40349-5C0B-D99A-C7AD-6BC1222AE525}"/>
              </a:ext>
            </a:extLst>
          </p:cNvPr>
          <p:cNvSpPr txBox="1">
            <a:spLocks/>
          </p:cNvSpPr>
          <p:nvPr/>
        </p:nvSpPr>
        <p:spPr>
          <a:xfrm rot="20719181">
            <a:off x="1640936" y="467650"/>
            <a:ext cx="6760422" cy="6333713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6255793"/>
              </a:avLst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                                            With Official Patch(0)                    </a:t>
            </a:r>
            <a:r>
              <a:rPr kumimoji="0" lang="en-AE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CISA Known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Exploited Vulnerability(0)             Exploited By Adversary/ Attack</a:t>
            </a:r>
            <a:r>
              <a:rPr lang="en-US" sz="2000" dirty="0">
                <a:solidFill>
                  <a:prstClr val="white"/>
                </a:solidFill>
                <a:latin typeface="Calibri" panose="020F0502020204030204"/>
              </a:rPr>
              <a:t>(0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en-AE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749E42C-2FA3-D80C-6E35-5F8714F705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9477218"/>
              </p:ext>
            </p:extLst>
          </p:nvPr>
        </p:nvGraphicFramePr>
        <p:xfrm>
          <a:off x="2003627" y="-603648"/>
          <a:ext cx="6035039" cy="7840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24E1E7D-5192-BC6D-C087-530A6AFD2C91}"/>
              </a:ext>
            </a:extLst>
          </p:cNvPr>
          <p:cNvSpPr txBox="1"/>
          <p:nvPr/>
        </p:nvSpPr>
        <p:spPr>
          <a:xfrm>
            <a:off x="4149970" y="2419643"/>
            <a:ext cx="718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90169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33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Sreevani T</dc:creator>
  <cp:lastModifiedBy>Sreevani T</cp:lastModifiedBy>
  <cp:revision>7</cp:revision>
  <dcterms:created xsi:type="dcterms:W3CDTF">2023-06-12T11:37:12Z</dcterms:created>
  <dcterms:modified xsi:type="dcterms:W3CDTF">2023-08-21T15:17:50Z</dcterms:modified>
</cp:coreProperties>
</file>