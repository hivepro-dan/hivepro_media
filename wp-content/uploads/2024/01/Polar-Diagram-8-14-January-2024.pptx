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1D41"/>
    <a:srgbClr val="FF5733"/>
    <a:srgbClr val="E74C3C"/>
    <a:srgbClr val="8B0000"/>
    <a:srgbClr val="002060"/>
    <a:srgbClr val="E6E6E6"/>
    <a:srgbClr val="FFD07F"/>
    <a:srgbClr val="7F7F7F"/>
    <a:srgbClr val="FFA07A"/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26" autoAdjust="0"/>
    <p:restoredTop sz="33766" autoAdjust="0"/>
  </p:normalViewPr>
  <p:slideViewPr>
    <p:cSldViewPr snapToGrid="0">
      <p:cViewPr varScale="1">
        <p:scale>
          <a:sx n="72" d="100"/>
          <a:sy n="72" d="100"/>
        </p:scale>
        <p:origin x="456" y="-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monthly\Polar_Graph_Template_V1.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7618651262672507E-3"/>
          <c:y val="6.9648250935846132E-2"/>
          <c:w val="0.99029864660152156"/>
          <c:h val="0.76788731121724541"/>
        </c:manualLayout>
      </c:layout>
      <c:doughnutChart>
        <c:varyColors val="1"/>
        <c:ser>
          <c:idx val="0"/>
          <c:order val="0"/>
          <c:spPr>
            <a:solidFill>
              <a:srgbClr val="8B0000"/>
            </a:solidFill>
            <a:ln>
              <a:solidFill>
                <a:srgbClr val="8B0000"/>
              </a:solidFill>
            </a:ln>
          </c:spPr>
          <c:dPt>
            <c:idx val="0"/>
            <c:bubble3D val="0"/>
            <c:spPr>
              <a:noFill/>
              <a:ln>
                <a:solidFill>
                  <a:schemeClr val="bg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25-0F4E-4524-A653-902FC3F80ADA}"/>
              </c:ext>
            </c:extLst>
          </c:dPt>
          <c:dPt>
            <c:idx val="1"/>
            <c:bubble3D val="0"/>
            <c:spPr>
              <a:solidFill>
                <a:srgbClr val="F21D41"/>
              </a:solidFill>
              <a:ln>
                <a:solidFill>
                  <a:srgbClr val="F21D4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4-0F4E-4524-A653-902FC3F80ADA}"/>
              </c:ext>
            </c:extLst>
          </c:dPt>
          <c:dPt>
            <c:idx val="2"/>
            <c:bubble3D val="0"/>
            <c:spPr>
              <a:solidFill>
                <a:srgbClr val="F21D41"/>
              </a:solidFill>
              <a:ln>
                <a:solidFill>
                  <a:srgbClr val="F21D4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7-0F4E-4524-A653-902FC3F80ADA}"/>
              </c:ext>
            </c:extLst>
          </c:dPt>
          <c:dPt>
            <c:idx val="3"/>
            <c:bubble3D val="0"/>
            <c:spPr>
              <a:solidFill>
                <a:srgbClr val="F21D41"/>
              </a:solidFill>
              <a:ln>
                <a:solidFill>
                  <a:srgbClr val="F21D4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6-0F4E-4524-A653-902FC3F80ADA}"/>
              </c:ext>
            </c:extLst>
          </c:dPt>
          <c:dPt>
            <c:idx val="4"/>
            <c:bubble3D val="0"/>
            <c:spPr>
              <a:noFill/>
              <a:ln>
                <a:solidFill>
                  <a:schemeClr val="bg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2A-D1F0-4DFA-99DE-BAA7E6DE3501}"/>
              </c:ext>
            </c:extLst>
          </c:dPt>
          <c:val>
            <c:numRef>
              <c:f>'Blank Graph'!$C$3:$C$7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3C-4E35-BAC6-84EA272E80AF}"/>
            </c:ext>
          </c:extLst>
        </c:ser>
        <c:ser>
          <c:idx val="4"/>
          <c:order val="1"/>
          <c:spPr>
            <a:noFill/>
            <a:ln>
              <a:solidFill>
                <a:schemeClr val="bg1">
                  <a:lumMod val="50000"/>
                </a:schemeClr>
              </a:solidFill>
            </a:ln>
          </c:spPr>
          <c:dPt>
            <c:idx val="0"/>
            <c:bubble3D val="0"/>
            <c:spPr>
              <a:noFill/>
              <a:ln>
                <a:solidFill>
                  <a:schemeClr val="bg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22-B04E-4110-9D6D-8AC771301DF0}"/>
              </c:ext>
            </c:extLst>
          </c:dPt>
          <c:dPt>
            <c:idx val="1"/>
            <c:bubble3D val="0"/>
            <c:spPr>
              <a:noFill/>
              <a:ln>
                <a:solidFill>
                  <a:schemeClr val="bg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21-B04E-4110-9D6D-8AC771301DF0}"/>
              </c:ext>
            </c:extLst>
          </c:dPt>
          <c:dPt>
            <c:idx val="2"/>
            <c:bubble3D val="0"/>
            <c:spPr>
              <a:noFill/>
              <a:ln>
                <a:solidFill>
                  <a:schemeClr val="bg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0-F83C-4E35-BAC6-84EA272E80AF}"/>
              </c:ext>
            </c:extLst>
          </c:dPt>
          <c:dPt>
            <c:idx val="3"/>
            <c:bubble3D val="0"/>
            <c:spPr>
              <a:noFill/>
              <a:ln>
                <a:solidFill>
                  <a:schemeClr val="bg1">
                    <a:lumMod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1-F83C-4E35-BAC6-84EA272E80AF}"/>
              </c:ext>
            </c:extLst>
          </c:dPt>
          <c:val>
            <c:numRef>
              <c:f>'Blank Graph'!$K$3:$K$7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3C-4E35-BAC6-84EA272E80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10"/>
      </c:doughnutChart>
      <c:scatterChart>
        <c:scatterStyle val="smoothMarker"/>
        <c:varyColors val="0"/>
        <c:ser>
          <c:idx val="9"/>
          <c:order val="2"/>
          <c:tx>
            <c:strRef>
              <c:f>'Blank Graph'!$G$28</c:f>
              <c:strCache>
                <c:ptCount val="1"/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pPr>
              <a:ln>
                <a:solidFill>
                  <a:srgbClr val="0000FF"/>
                </a:solidFill>
              </a:ln>
            </c:spPr>
          </c:marker>
          <c:xVal>
            <c:numRef>
              <c:f>'Blank Graph'!$E$29:$E$41</c:f>
              <c:numCache>
                <c:formatCode>General</c:formatCode>
                <c:ptCount val="13"/>
              </c:numCache>
            </c:numRef>
          </c:xVal>
          <c:yVal>
            <c:numRef>
              <c:f>'Blank Graph'!$G$29:$G$41</c:f>
              <c:numCache>
                <c:formatCode>General</c:formatCode>
                <c:ptCount val="13"/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F83C-4E35-BAC6-84EA272E80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6178040"/>
        <c:axId val="566180000"/>
      </c:scatterChart>
      <c:valAx>
        <c:axId val="5661800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566178040"/>
        <c:crosses val="autoZero"/>
        <c:crossBetween val="midCat"/>
      </c:valAx>
      <c:valAx>
        <c:axId val="5661780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566180000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765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2635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0875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3095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9187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8939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9744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82496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9358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415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130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E1E8D-48AE-4240-8F5A-B72EC7FDDDC3}" type="datetimeFigureOut">
              <a:rPr lang="en-AE" smtClean="0"/>
              <a:t>15/01/2024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C06AD-6E98-4804-B847-AFCACFAE49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3145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94002E1-8C77-68EF-6922-51C1AEAFAF9E}"/>
              </a:ext>
            </a:extLst>
          </p:cNvPr>
          <p:cNvSpPr txBox="1">
            <a:spLocks/>
          </p:cNvSpPr>
          <p:nvPr/>
        </p:nvSpPr>
        <p:spPr>
          <a:xfrm rot="2190954">
            <a:off x="2727975" y="197916"/>
            <a:ext cx="6604465" cy="684368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8156477"/>
              </a:avLst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Celebrity Vulnerability (0)                                                      With Official Patch(0) 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42AC9-CCB2-F169-4C04-E0668E251857}"/>
              </a:ext>
            </a:extLst>
          </p:cNvPr>
          <p:cNvSpPr txBox="1">
            <a:spLocks/>
          </p:cNvSpPr>
          <p:nvPr/>
        </p:nvSpPr>
        <p:spPr>
          <a:xfrm rot="16200000">
            <a:off x="3014471" y="374896"/>
            <a:ext cx="6163058" cy="6510529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6255793"/>
              </a:avLst>
            </a:prstTxWarp>
            <a:spAutoFit/>
          </a:bodyPr>
          <a:lstStyle/>
          <a:p>
            <a:pPr defTabSz="457200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Zero-day (</a:t>
            </a:r>
            <a:r>
              <a:rPr lang="en-US" sz="1600" dirty="0">
                <a:solidFill>
                  <a:prstClr val="white"/>
                </a:solidFill>
                <a:latin typeface="Calibri" panose="020F0502020204030204"/>
              </a:rPr>
              <a:t>02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                                           CISA Known Exploited Vulnerability (02)                        Exploited By Adversary/ Attack(02)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9582297"/>
              </p:ext>
            </p:extLst>
          </p:nvPr>
        </p:nvGraphicFramePr>
        <p:xfrm>
          <a:off x="3006328" y="-295735"/>
          <a:ext cx="6179344" cy="833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34B646D-01F5-4FD6-BEDB-9C9B498F12CB}"/>
              </a:ext>
            </a:extLst>
          </p:cNvPr>
          <p:cNvSpPr txBox="1"/>
          <p:nvPr/>
        </p:nvSpPr>
        <p:spPr>
          <a:xfrm>
            <a:off x="5353058" y="3871452"/>
            <a:ext cx="39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712536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Sreevani T</dc:creator>
  <cp:lastModifiedBy>Deeksha S</cp:lastModifiedBy>
  <cp:revision>109</cp:revision>
  <dcterms:created xsi:type="dcterms:W3CDTF">2023-06-12T11:37:12Z</dcterms:created>
  <dcterms:modified xsi:type="dcterms:W3CDTF">2024-01-15T09:09:33Z</dcterms:modified>
</cp:coreProperties>
</file>